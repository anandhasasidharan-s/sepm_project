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7" r:id="rId3"/>
    <p:sldId id="258" r:id="rId4"/>
    <p:sldId id="262" r:id="rId5"/>
    <p:sldId id="259" r:id="rId6"/>
    <p:sldId id="260" r:id="rId7"/>
    <p:sldId id="261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11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1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129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70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11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99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70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49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93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490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4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ADAA922-ACD3-49A2-8699-A995E34EF70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46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CD83-D7A4-3385-DD59-97383F5D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188" y="2036663"/>
            <a:ext cx="10048240" cy="1450757"/>
          </a:xfrm>
        </p:spPr>
        <p:txBody>
          <a:bodyPr anchor="ctr" anchorCtr="0"/>
          <a:lstStyle/>
          <a:p>
            <a:pPr algn="ctr"/>
            <a:r>
              <a:rPr lang="en-IN" dirty="0"/>
              <a:t>TITLE OF THE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33933-0E8D-126D-0A0C-8524804E060A}"/>
              </a:ext>
            </a:extLst>
          </p:cNvPr>
          <p:cNvSpPr txBox="1"/>
          <p:nvPr/>
        </p:nvSpPr>
        <p:spPr>
          <a:xfrm>
            <a:off x="7098296" y="4267201"/>
            <a:ext cx="4602480" cy="1455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dirty="0"/>
              <a:t>GUIDED BY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Ms. M. RAMALAKSHMI M.E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A0871-ED41-A072-95E5-5B0206F23C27}"/>
              </a:ext>
            </a:extLst>
          </p:cNvPr>
          <p:cNvSpPr txBox="1"/>
          <p:nvPr/>
        </p:nvSpPr>
        <p:spPr>
          <a:xfrm>
            <a:off x="241546" y="4179857"/>
            <a:ext cx="4998720" cy="122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dirty="0"/>
              <a:t>STUDENT NAME (REGISTER NO)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STUDENT NAME (REGISTER NO)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C5BAF-60B4-ABCC-F41F-27A57942380D}"/>
              </a:ext>
            </a:extLst>
          </p:cNvPr>
          <p:cNvSpPr txBox="1"/>
          <p:nvPr/>
        </p:nvSpPr>
        <p:spPr>
          <a:xfrm>
            <a:off x="2204720" y="488837"/>
            <a:ext cx="6873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K.RAMAKRISHNAN COLLEGE OF TECHNOLOGY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5E0A94-6214-905F-A965-D9E56C84B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59" y="57526"/>
            <a:ext cx="1262964" cy="1631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EF1096-AC42-3FEC-90B4-F14A58B32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280" y="488837"/>
            <a:ext cx="1496695" cy="92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7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DD52-5930-CC94-01DA-E3040960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FE41A-1172-D9A6-DF13-3C7DEF60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4" y="1845734"/>
            <a:ext cx="10614906" cy="402336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Brief about the project</a:t>
            </a:r>
          </a:p>
          <a:p>
            <a:pPr marL="0" indent="0">
              <a:buNone/>
            </a:pPr>
            <a:r>
              <a:rPr lang="en-US" dirty="0"/>
              <a:t>	Why this project is needed</a:t>
            </a:r>
          </a:p>
          <a:p>
            <a:pPr marL="0" indent="0">
              <a:buNone/>
            </a:pPr>
            <a:r>
              <a:rPr lang="en-US" dirty="0"/>
              <a:t>	Background information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482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C109-7D47-B82A-F480-A2F3BBA7D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C70AA-AC31-99A9-68D4-999BB589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845734"/>
            <a:ext cx="10654235" cy="4023360"/>
          </a:xfrm>
        </p:spPr>
        <p:txBody>
          <a:bodyPr/>
          <a:lstStyle/>
          <a:p>
            <a:pPr marL="201168" lvl="1" indent="0">
              <a:buNone/>
            </a:pPr>
            <a:r>
              <a:rPr lang="en-US" dirty="0"/>
              <a:t>            </a:t>
            </a:r>
          </a:p>
          <a:p>
            <a:pPr marL="201168" lvl="1" indent="0">
              <a:buNone/>
            </a:pPr>
            <a:r>
              <a:rPr lang="en-US" dirty="0"/>
              <a:t>          Current problem</a:t>
            </a:r>
          </a:p>
          <a:p>
            <a:r>
              <a:rPr lang="en-US" dirty="0"/>
              <a:t>           Difficulties faced</a:t>
            </a:r>
          </a:p>
          <a:p>
            <a:r>
              <a:rPr lang="en-US" dirty="0"/>
              <a:t>           Limitations of existing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878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BA8C-C6EB-A507-C0CF-4D3202A7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(If Any)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2995E-97F4-DED3-733A-BFBC9579E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414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91E1-0339-E87D-6CE3-7577DFF3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7D44F-5B21-C128-AEE8-8CD91977D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Main aims of the project</a:t>
            </a:r>
          </a:p>
          <a:p>
            <a:r>
              <a:rPr lang="en-US" dirty="0"/>
              <a:t>            What you want to achieve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17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76D6-FC6C-3F0C-EB32-F56B4E0F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69741-7221-4F2D-0F2A-A1E63A2E1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	Software used</a:t>
            </a:r>
          </a:p>
          <a:p>
            <a:pPr marL="0" indent="0">
              <a:buNone/>
            </a:pPr>
            <a:r>
              <a:rPr lang="en-US" dirty="0"/>
              <a:t>	Programming language</a:t>
            </a:r>
          </a:p>
          <a:p>
            <a:pPr marL="0" indent="0">
              <a:buNone/>
            </a:pPr>
            <a:r>
              <a:rPr lang="en-US" dirty="0"/>
              <a:t>	Hardware (if any)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608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FCED-9BFD-D13B-71CE-E320FC7D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Design /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9684D-EB74-8670-C82C-1987F0AEA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	How the project works</a:t>
            </a:r>
          </a:p>
          <a:p>
            <a:pPr marL="0" indent="0">
              <a:buNone/>
            </a:pPr>
            <a:r>
              <a:rPr lang="en-US" dirty="0"/>
              <a:t>	Steps involved</a:t>
            </a:r>
          </a:p>
          <a:p>
            <a:pPr marL="0" indent="0">
              <a:buNone/>
            </a:pPr>
            <a:r>
              <a:rPr lang="en-US" dirty="0"/>
              <a:t>	Flow of system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User login</a:t>
            </a:r>
          </a:p>
          <a:p>
            <a:r>
              <a:rPr lang="en-IN" dirty="0"/>
              <a:t>Enter student details</a:t>
            </a:r>
          </a:p>
          <a:p>
            <a:r>
              <a:rPr lang="en-IN" dirty="0"/>
              <a:t>Mark attendance</a:t>
            </a:r>
          </a:p>
          <a:p>
            <a:r>
              <a:rPr lang="en-IN" dirty="0"/>
              <a:t>Store data</a:t>
            </a:r>
          </a:p>
          <a:p>
            <a:r>
              <a:rPr lang="en-IN" dirty="0"/>
              <a:t>Generate report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1896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0373-B0E5-D970-7C55-82363D7B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5CF92-2E92-0BF1-9108-BCCF62C96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	Output of project</a:t>
            </a:r>
          </a:p>
          <a:p>
            <a:pPr marL="0" indent="0">
              <a:buNone/>
            </a:pPr>
            <a:r>
              <a:rPr lang="en-IN" dirty="0"/>
              <a:t>	Benefits</a:t>
            </a:r>
          </a:p>
          <a:p>
            <a:pPr marL="0" indent="0">
              <a:buNone/>
            </a:pPr>
            <a:r>
              <a:rPr lang="en-IN" dirty="0"/>
              <a:t>	Improvements</a:t>
            </a:r>
          </a:p>
        </p:txBody>
      </p:sp>
    </p:spTree>
    <p:extLst>
      <p:ext uri="{BB962C8B-B14F-4D97-AF65-F5344CB8AC3E}">
        <p14:creationId xmlns:p14="http://schemas.microsoft.com/office/powerpoint/2010/main" val="257718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A07A-599B-4663-12CF-3FB1CCF7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E0F64-447E-0CE6-6C44-9303D213E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2962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</TotalTime>
  <Words>140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Retrospect</vt:lpstr>
      <vt:lpstr>TITLE OF THE PROJECT</vt:lpstr>
      <vt:lpstr>Introduction</vt:lpstr>
      <vt:lpstr>Problem Definition</vt:lpstr>
      <vt:lpstr>Literature Survey (If Any)</vt:lpstr>
      <vt:lpstr>Objectives of the Project</vt:lpstr>
      <vt:lpstr>Tools &amp; Technologies Used</vt:lpstr>
      <vt:lpstr>System Design / Methodology</vt:lpstr>
      <vt:lpstr>Results &amp; 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Malarmannan</dc:creator>
  <cp:lastModifiedBy>Rakshmi M</cp:lastModifiedBy>
  <cp:revision>4</cp:revision>
  <dcterms:created xsi:type="dcterms:W3CDTF">2026-02-07T14:22:29Z</dcterms:created>
  <dcterms:modified xsi:type="dcterms:W3CDTF">2026-02-10T11:30:10Z</dcterms:modified>
</cp:coreProperties>
</file>